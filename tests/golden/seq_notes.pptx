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ticipant a"/>
          <p:cNvSpPr/>
          <p:nvPr/>
        </p:nvSpPr>
        <p:spPr>
          <a:xfrm>
            <a:off x="444736" y="190500"/>
            <a:ext cx="747489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Alice</a:t>
            </a:r>
          </a:p>
        </p:txBody>
      </p:sp>
      <p:cxnSp>
        <p:nvCxnSpPr>
          <p:cNvPr id="3" name="Lifeline a"/>
          <p:cNvCxnSpPr/>
          <p:nvPr/>
        </p:nvCxnSpPr>
        <p:spPr>
          <a:xfrm>
            <a:off x="818480" y="563880"/>
            <a:ext cx="0" cy="33604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4" name="Participant b"/>
          <p:cNvSpPr/>
          <p:nvPr/>
        </p:nvSpPr>
        <p:spPr>
          <a:xfrm>
            <a:off x="3164942" y="190500"/>
            <a:ext cx="675531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Bob</a:t>
            </a:r>
          </a:p>
        </p:txBody>
      </p:sp>
      <p:cxnSp>
        <p:nvCxnSpPr>
          <p:cNvPr id="5" name="Lifeline b"/>
          <p:cNvCxnSpPr/>
          <p:nvPr/>
        </p:nvCxnSpPr>
        <p:spPr>
          <a:xfrm>
            <a:off x="3502707" y="563880"/>
            <a:ext cx="0" cy="33604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6" name="Note 0"/>
          <p:cNvSpPr/>
          <p:nvPr/>
        </p:nvSpPr>
        <p:spPr>
          <a:xfrm>
            <a:off x="432681" y="803910"/>
            <a:ext cx="771599" cy="297180"/>
          </a:xfrm>
          <a:prstGeom prst="foldedCorner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thinking</a:t>
            </a:r>
          </a:p>
        </p:txBody>
      </p:sp>
      <p:cxnSp>
        <p:nvCxnSpPr>
          <p:cNvPr id="7" name="Message 1"/>
          <p:cNvCxnSpPr/>
          <p:nvPr/>
        </p:nvCxnSpPr>
        <p:spPr>
          <a:xfrm>
            <a:off x="818480" y="1409700"/>
            <a:ext cx="2684227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8" name="Message 1 label"/>
          <p:cNvSpPr/>
          <p:nvPr/>
        </p:nvSpPr>
        <p:spPr>
          <a:xfrm>
            <a:off x="1893894" y="1264920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hello</a:t>
            </a:r>
          </a:p>
        </p:txBody>
      </p:sp>
      <p:sp>
        <p:nvSpPr>
          <p:cNvPr id="9" name="Note 2"/>
          <p:cNvSpPr/>
          <p:nvPr/>
        </p:nvSpPr>
        <p:spPr>
          <a:xfrm>
            <a:off x="3597957" y="1718310"/>
            <a:ext cx="552673" cy="297180"/>
          </a:xfrm>
          <a:prstGeom prst="foldedCorner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got it</a:t>
            </a:r>
          </a:p>
        </p:txBody>
      </p:sp>
      <p:cxnSp>
        <p:nvCxnSpPr>
          <p:cNvPr id="10" name="Message 3"/>
          <p:cNvCxnSpPr/>
          <p:nvPr/>
        </p:nvCxnSpPr>
        <p:spPr>
          <a:xfrm flipH="1">
            <a:off x="818480" y="2324100"/>
            <a:ext cx="2684227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tailEnd type="triangle"/>
          </a:ln>
        </p:spPr>
      </p:cxnSp>
      <p:sp>
        <p:nvSpPr>
          <p:cNvPr id="11" name="Message 3 label"/>
          <p:cNvSpPr/>
          <p:nvPr/>
        </p:nvSpPr>
        <p:spPr>
          <a:xfrm>
            <a:off x="2053914" y="2179320"/>
            <a:ext cx="21336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hi</a:t>
            </a:r>
          </a:p>
        </p:txBody>
      </p:sp>
      <p:sp>
        <p:nvSpPr>
          <p:cNvPr id="12" name="Note 4"/>
          <p:cNvSpPr/>
          <p:nvPr/>
        </p:nvSpPr>
        <p:spPr>
          <a:xfrm>
            <a:off x="742280" y="2632710"/>
            <a:ext cx="2836627" cy="297180"/>
          </a:xfrm>
          <a:prstGeom prst="foldedCorner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both know each other</a:t>
            </a:r>
          </a:p>
        </p:txBody>
      </p:sp>
      <p:sp>
        <p:nvSpPr>
          <p:cNvPr id="13" name="Note 5"/>
          <p:cNvSpPr/>
          <p:nvPr/>
        </p:nvSpPr>
        <p:spPr>
          <a:xfrm>
            <a:off x="190500" y="3089910"/>
            <a:ext cx="532730" cy="297180"/>
          </a:xfrm>
          <a:prstGeom prst="foldedCorner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done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