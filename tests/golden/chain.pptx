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de 0"/>
          <p:cNvSpPr/>
          <p:nvPr/>
        </p:nvSpPr>
        <p:spPr>
          <a:xfrm>
            <a:off x="190500" y="19050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入力</a:t>
            </a:r>
          </a:p>
        </p:txBody>
      </p:sp>
      <p:sp>
        <p:nvSpPr>
          <p:cNvPr id="3" name="Node 1"/>
          <p:cNvSpPr/>
          <p:nvPr/>
        </p:nvSpPr>
        <p:spPr>
          <a:xfrm>
            <a:off x="190500" y="151638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変換</a:t>
            </a:r>
          </a:p>
        </p:txBody>
      </p:sp>
      <p:sp>
        <p:nvSpPr>
          <p:cNvPr id="4" name="Node 2"/>
          <p:cNvSpPr/>
          <p:nvPr/>
        </p:nvSpPr>
        <p:spPr>
          <a:xfrm>
            <a:off x="190500" y="284226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出力</a:t>
            </a:r>
          </a:p>
        </p:txBody>
      </p:sp>
      <p:cxnSp>
        <p:nvCxnSpPr>
          <p:cNvPr id="5" name="Edge 0"/>
          <p:cNvCxnSpPr/>
          <p:nvPr/>
        </p:nvCxnSpPr>
        <p:spPr>
          <a:xfrm>
            <a:off x="533400" y="56388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6" name="Edge 0 label"/>
          <p:cNvSpPr/>
          <p:nvPr/>
        </p:nvSpPr>
        <p:spPr>
          <a:xfrm>
            <a:off x="320040" y="895350"/>
            <a:ext cx="4267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read</a:t>
            </a:r>
          </a:p>
        </p:txBody>
      </p:sp>
      <p:cxnSp>
        <p:nvCxnSpPr>
          <p:cNvPr id="7" name="Edge 1"/>
          <p:cNvCxnSpPr/>
          <p:nvPr/>
        </p:nvCxnSpPr>
        <p:spPr>
          <a:xfrm>
            <a:off x="533400" y="188976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8" name="Edge 1 label"/>
          <p:cNvSpPr/>
          <p:nvPr/>
        </p:nvSpPr>
        <p:spPr>
          <a:xfrm>
            <a:off x="266700" y="222123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write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