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>
        <a:defRPr sz="4400"/>
      </a:lvl1pPr>
    </p:titleStyle>
    <p:bodyStyle>
      <a:lvl1pPr>
        <a:defRPr sz="32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ox Shape"/>
          <p:cNvSpPr/>
          <p:nvPr/>
        </p:nvSpPr>
        <p:spPr>
          <a:xfrm>
            <a:off x="1841886" y="2017776"/>
            <a:ext cx="1258178" cy="60502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/>
        </p:txBody>
      </p:sp>
      <p:sp>
        <p:nvSpPr>
          <p:cNvPr id="3" name="Box Shape title"/>
          <p:cNvSpPr/>
          <p:nvPr/>
        </p:nvSpPr>
        <p:spPr>
          <a:xfrm>
            <a:off x="1841886" y="2017776"/>
            <a:ext cx="1258178" cy="335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sz="1200" b="1"/>
              <a:t>Shape</a:t>
            </a:r>
          </a:p>
        </p:txBody>
      </p:sp>
      <p:sp>
        <p:nvSpPr>
          <p:cNvPr id="4" name="Box Shape section 0"/>
          <p:cNvSpPr/>
          <p:nvPr/>
        </p:nvSpPr>
        <p:spPr>
          <a:xfrm>
            <a:off x="1899036" y="2353056"/>
            <a:ext cx="1143878" cy="2697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sz="1100"/>
              <a:t>+area(): float</a:t>
            </a:r>
          </a:p>
        </p:txBody>
      </p:sp>
      <p:cxnSp>
        <p:nvCxnSpPr>
          <p:cNvPr id="5" name="Box Shape divider"/>
          <p:cNvCxnSpPr/>
          <p:nvPr/>
        </p:nvCxnSpPr>
        <p:spPr>
          <a:xfrm>
            <a:off x="1841886" y="2353056"/>
            <a:ext cx="1258178" cy="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6" name="Box Circle"/>
          <p:cNvSpPr/>
          <p:nvPr/>
        </p:nvSpPr>
        <p:spPr>
          <a:xfrm>
            <a:off x="644393" y="190500"/>
            <a:ext cx="1265832" cy="874776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/>
        </p:txBody>
      </p:sp>
      <p:sp>
        <p:nvSpPr>
          <p:cNvPr id="7" name="Box Circle title"/>
          <p:cNvSpPr/>
          <p:nvPr/>
        </p:nvSpPr>
        <p:spPr>
          <a:xfrm>
            <a:off x="644393" y="190500"/>
            <a:ext cx="1265832" cy="335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sz="1200" b="1"/>
              <a:t>Circle</a:t>
            </a:r>
          </a:p>
        </p:txBody>
      </p:sp>
      <p:sp>
        <p:nvSpPr>
          <p:cNvPr id="8" name="Box Circle section 0"/>
          <p:cNvSpPr/>
          <p:nvPr/>
        </p:nvSpPr>
        <p:spPr>
          <a:xfrm>
            <a:off x="701543" y="525780"/>
            <a:ext cx="1151532" cy="2697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sz="1100"/>
              <a:t>+radius: float</a:t>
            </a:r>
          </a:p>
        </p:txBody>
      </p:sp>
      <p:sp>
        <p:nvSpPr>
          <p:cNvPr id="9" name="Box Circle section 1"/>
          <p:cNvSpPr/>
          <p:nvPr/>
        </p:nvSpPr>
        <p:spPr>
          <a:xfrm>
            <a:off x="701543" y="795528"/>
            <a:ext cx="1151532" cy="2697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sz="1100"/>
              <a:t>+area(): float</a:t>
            </a:r>
          </a:p>
        </p:txBody>
      </p:sp>
      <p:cxnSp>
        <p:nvCxnSpPr>
          <p:cNvPr id="10" name="Box Circle divider"/>
          <p:cNvCxnSpPr/>
          <p:nvPr/>
        </p:nvCxnSpPr>
        <p:spPr>
          <a:xfrm>
            <a:off x="644393" y="525780"/>
            <a:ext cx="1265832" cy="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11" name="Box Circle divider"/>
          <p:cNvCxnSpPr/>
          <p:nvPr/>
        </p:nvCxnSpPr>
        <p:spPr>
          <a:xfrm>
            <a:off x="644393" y="795528"/>
            <a:ext cx="1265832" cy="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12" name="Box Drawable"/>
          <p:cNvSpPr/>
          <p:nvPr/>
        </p:nvSpPr>
        <p:spPr>
          <a:xfrm>
            <a:off x="190500" y="2017776"/>
            <a:ext cx="1270386" cy="779526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/>
        </p:txBody>
      </p:sp>
      <p:sp>
        <p:nvSpPr>
          <p:cNvPr id="13" name="Box Drawable title"/>
          <p:cNvSpPr/>
          <p:nvPr/>
        </p:nvSpPr>
        <p:spPr>
          <a:xfrm>
            <a:off x="190500" y="2017776"/>
            <a:ext cx="1270386" cy="5097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sz="1000" i="1"/>
              <a:t>«interface»</a:t>
            </a:r>
          </a:p>
          <a:p>
            <a:pPr algn="ctr"/>
            <a:r>
              <a:rPr sz="1200" b="1"/>
              <a:t>Drawable</a:t>
            </a:r>
          </a:p>
        </p:txBody>
      </p:sp>
      <p:sp>
        <p:nvSpPr>
          <p:cNvPr id="14" name="Box Drawable section 0"/>
          <p:cNvSpPr/>
          <p:nvPr/>
        </p:nvSpPr>
        <p:spPr>
          <a:xfrm>
            <a:off x="247650" y="2527554"/>
            <a:ext cx="1156086" cy="2697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sz="1100"/>
              <a:t>+draw(): void</a:t>
            </a:r>
          </a:p>
        </p:txBody>
      </p:sp>
      <p:cxnSp>
        <p:nvCxnSpPr>
          <p:cNvPr id="15" name="Box Drawable divider"/>
          <p:cNvCxnSpPr/>
          <p:nvPr/>
        </p:nvCxnSpPr>
        <p:spPr>
          <a:xfrm>
            <a:off x="190500" y="2527554"/>
            <a:ext cx="1270386" cy="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16" name="Box Canvas"/>
          <p:cNvSpPr/>
          <p:nvPr/>
        </p:nvSpPr>
        <p:spPr>
          <a:xfrm>
            <a:off x="2291224" y="190500"/>
            <a:ext cx="940371" cy="33528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/>
        </p:txBody>
      </p:sp>
      <p:sp>
        <p:nvSpPr>
          <p:cNvPr id="17" name="Box Canvas title"/>
          <p:cNvSpPr/>
          <p:nvPr/>
        </p:nvSpPr>
        <p:spPr>
          <a:xfrm>
            <a:off x="2291224" y="190500"/>
            <a:ext cx="940371" cy="335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sz="1200" b="1"/>
              <a:t>Canvas</a:t>
            </a:r>
          </a:p>
        </p:txBody>
      </p:sp>
      <p:cxnSp>
        <p:nvCxnSpPr>
          <p:cNvPr id="18" name="Relation 0"/>
          <p:cNvCxnSpPr/>
          <p:nvPr/>
        </p:nvCxnSpPr>
        <p:spPr>
          <a:xfrm>
            <a:off x="1585802" y="1065276"/>
            <a:ext cx="671807" cy="95250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</p:cxnSp>
      <p:cxnSp>
        <p:nvCxnSpPr>
          <p:cNvPr id="19" name="Relation 1"/>
          <p:cNvCxnSpPr/>
          <p:nvPr/>
        </p:nvCxnSpPr>
        <p:spPr>
          <a:xfrm flipH="1">
            <a:off x="924602" y="1065276"/>
            <a:ext cx="241713" cy="952500"/>
          </a:xfrm>
          <a:prstGeom prst="straightConnector1">
            <a:avLst/>
          </a:prstGeom>
          <a:ln>
            <a:solidFill>
              <a:srgbClr val="000000"/>
            </a:solidFill>
            <a:prstDash val="dash"/>
            <a:tailEnd type="triangle"/>
          </a:ln>
        </p:spPr>
      </p:cxnSp>
      <p:cxnSp>
        <p:nvCxnSpPr>
          <p:cNvPr id="20" name="Relation 2"/>
          <p:cNvCxnSpPr/>
          <p:nvPr/>
        </p:nvCxnSpPr>
        <p:spPr>
          <a:xfrm flipH="1">
            <a:off x="2515752" y="525780"/>
            <a:ext cx="220843" cy="1491996"/>
          </a:xfrm>
          <a:prstGeom prst="straightConnector1">
            <a:avLst/>
          </a:prstGeom>
          <a:ln>
            <a:solidFill>
              <a:srgbClr val="000000"/>
            </a:solidFill>
            <a:headEnd type="diamond"/>
          </a:ln>
        </p:spPr>
      </p:cxnSp>
      <p:sp>
        <p:nvSpPr>
          <p:cNvPr id="21" name="Relation 2 label"/>
          <p:cNvSpPr/>
          <p:nvPr/>
        </p:nvSpPr>
        <p:spPr>
          <a:xfrm>
            <a:off x="2249052" y="1911096"/>
            <a:ext cx="533400" cy="21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sz="1200"/>
              <a:t>holds</a:t>
            </a:r>
          </a:p>
        </p:txBody>
      </p:sp>
      <p:sp>
        <p:nvSpPr>
          <p:cNvPr id="22" name="Relation 2 from multiplicity"/>
          <p:cNvSpPr/>
          <p:nvPr/>
        </p:nvSpPr>
        <p:spPr>
          <a:xfrm>
            <a:off x="2683256" y="419100"/>
            <a:ext cx="106680" cy="21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sz="1200"/>
              <a:t>1</a:t>
            </a:r>
          </a:p>
        </p:txBody>
      </p:sp>
      <p:sp>
        <p:nvSpPr>
          <p:cNvPr id="23" name="Relation 2 to multiplicity"/>
          <p:cNvSpPr/>
          <p:nvPr/>
        </p:nvSpPr>
        <p:spPr>
          <a:xfrm>
            <a:off x="2462412" y="1911096"/>
            <a:ext cx="106680" cy="21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sz="1200"/>
              <a:t>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kozue</Application>
  <PresentationFormat>Widescreen</PresentationFormat>
  <Slides>1</Slides>
  <TitlesOfParts>
    <vt:vector size="1" baseType="lpstr">
      <vt:lpstr>Slide 1</vt:lpstr>
    </vt:vector>
  </TitlesOfPart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kozue diagram</dc:title>
  <dc:creator>kozue</dc:creator>
  <cp:lastModifiedBy>kozue</cp:lastModifiedBy>
  <dcterms:created xsi:type="dcterms:W3CDTF">2024-01-01T00:00:00Z</dcterms:created>
  <dcterms:modified xsi:type="dcterms:W3CDTF">2024-01-01T00:00:00Z</dcterms:modified>
</cp:coreProperties>
</file>