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rticipant a"/>
          <p:cNvSpPr/>
          <p:nvPr/>
        </p:nvSpPr>
        <p:spPr>
          <a:xfrm>
            <a:off x="190500" y="190500"/>
            <a:ext cx="485254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A</a:t>
            </a:r>
          </a:p>
        </p:txBody>
      </p:sp>
      <p:cxnSp>
        <p:nvCxnSpPr>
          <p:cNvPr id="3" name="Lifeline a"/>
          <p:cNvCxnSpPr/>
          <p:nvPr/>
        </p:nvCxnSpPr>
        <p:spPr>
          <a:xfrm>
            <a:off x="433127" y="563880"/>
            <a:ext cx="0" cy="4732020"/>
          </a:xfrm>
          <a:prstGeom prst="straightConnector1">
            <a:avLst/>
          </a:prstGeom>
          <a:ln>
            <a:solidFill>
              <a:srgbClr val="000000"/>
            </a:solidFill>
            <a:prstDash val="dash"/>
          </a:ln>
        </p:spPr>
      </p:cxnSp>
      <p:sp>
        <p:nvSpPr>
          <p:cNvPr id="4" name="Participant b"/>
          <p:cNvSpPr/>
          <p:nvPr/>
        </p:nvSpPr>
        <p:spPr>
          <a:xfrm>
            <a:off x="1632276" y="190500"/>
            <a:ext cx="485552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B</a:t>
            </a:r>
          </a:p>
        </p:txBody>
      </p:sp>
      <p:cxnSp>
        <p:nvCxnSpPr>
          <p:cNvPr id="5" name="Lifeline b"/>
          <p:cNvCxnSpPr/>
          <p:nvPr/>
        </p:nvCxnSpPr>
        <p:spPr>
          <a:xfrm>
            <a:off x="1875052" y="563880"/>
            <a:ext cx="0" cy="4732020"/>
          </a:xfrm>
          <a:prstGeom prst="straightConnector1">
            <a:avLst/>
          </a:prstGeom>
          <a:ln>
            <a:solidFill>
              <a:srgbClr val="000000"/>
            </a:solidFill>
            <a:prstDash val="dash"/>
          </a:ln>
        </p:spPr>
      </p:cxnSp>
      <p:cxnSp>
        <p:nvCxnSpPr>
          <p:cNvPr id="6" name="Message 0"/>
          <p:cNvCxnSpPr/>
          <p:nvPr/>
        </p:nvCxnSpPr>
        <p:spPr>
          <a:xfrm>
            <a:off x="433127" y="952500"/>
            <a:ext cx="1441925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sp>
        <p:nvSpPr>
          <p:cNvPr id="7" name="Message 0 label"/>
          <p:cNvSpPr/>
          <p:nvPr/>
        </p:nvSpPr>
        <p:spPr>
          <a:xfrm>
            <a:off x="940730" y="807720"/>
            <a:ext cx="42672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sync</a:t>
            </a:r>
          </a:p>
        </p:txBody>
      </p:sp>
      <p:cxnSp>
        <p:nvCxnSpPr>
          <p:cNvPr id="8" name="Message 1"/>
          <p:cNvCxnSpPr/>
          <p:nvPr/>
        </p:nvCxnSpPr>
        <p:spPr>
          <a:xfrm>
            <a:off x="433127" y="1409700"/>
            <a:ext cx="1441925" cy="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</p:cxnSp>
      <p:sp>
        <p:nvSpPr>
          <p:cNvPr id="9" name="Message 1 label"/>
          <p:cNvSpPr/>
          <p:nvPr/>
        </p:nvSpPr>
        <p:spPr>
          <a:xfrm>
            <a:off x="887390" y="1264920"/>
            <a:ext cx="53340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async</a:t>
            </a:r>
          </a:p>
        </p:txBody>
      </p:sp>
      <p:cxnSp>
        <p:nvCxnSpPr>
          <p:cNvPr id="10" name="Message 2"/>
          <p:cNvCxnSpPr/>
          <p:nvPr/>
        </p:nvCxnSpPr>
        <p:spPr>
          <a:xfrm flipH="1">
            <a:off x="433127" y="1866900"/>
            <a:ext cx="1441925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</a:ln>
        </p:spPr>
      </p:cxnSp>
      <p:sp>
        <p:nvSpPr>
          <p:cNvPr id="11" name="Message 2 label"/>
          <p:cNvSpPr/>
          <p:nvPr/>
        </p:nvSpPr>
        <p:spPr>
          <a:xfrm>
            <a:off x="887390" y="1722120"/>
            <a:ext cx="53340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plain</a:t>
            </a:r>
          </a:p>
        </p:txBody>
      </p:sp>
      <p:cxnSp>
        <p:nvCxnSpPr>
          <p:cNvPr id="12" name="Message 3"/>
          <p:cNvCxnSpPr/>
          <p:nvPr/>
        </p:nvCxnSpPr>
        <p:spPr>
          <a:xfrm>
            <a:off x="433127" y="2324100"/>
            <a:ext cx="1441925" cy="0"/>
          </a:xfrm>
          <a:prstGeom prst="straightConnector1">
            <a:avLst/>
          </a:prstGeom>
          <a:ln>
            <a:solidFill>
              <a:srgbClr val="000000"/>
            </a:solidFill>
            <a:tailEnd type="diamond"/>
          </a:ln>
        </p:spPr>
      </p:cxnSp>
      <p:sp>
        <p:nvSpPr>
          <p:cNvPr id="13" name="Message 3 label"/>
          <p:cNvSpPr/>
          <p:nvPr/>
        </p:nvSpPr>
        <p:spPr>
          <a:xfrm>
            <a:off x="940730" y="2179320"/>
            <a:ext cx="42672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lost</a:t>
            </a:r>
          </a:p>
        </p:txBody>
      </p:sp>
      <p:cxnSp>
        <p:nvCxnSpPr>
          <p:cNvPr id="14" name="Message 4"/>
          <p:cNvCxnSpPr/>
          <p:nvPr/>
        </p:nvCxnSpPr>
        <p:spPr>
          <a:xfrm>
            <a:off x="433127" y="2781300"/>
            <a:ext cx="1441925" cy="0"/>
          </a:xfrm>
          <a:prstGeom prst="straightConnector1">
            <a:avLst/>
          </a:prstGeom>
          <a:ln>
            <a:solidFill>
              <a:srgbClr val="000000"/>
            </a:solidFill>
            <a:tailEnd type="oval"/>
          </a:ln>
        </p:spPr>
      </p:cxnSp>
      <p:sp>
        <p:nvSpPr>
          <p:cNvPr id="15" name="Message 4 label"/>
          <p:cNvSpPr/>
          <p:nvPr/>
        </p:nvSpPr>
        <p:spPr>
          <a:xfrm>
            <a:off x="887390" y="2636520"/>
            <a:ext cx="53340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found</a:t>
            </a:r>
          </a:p>
        </p:txBody>
      </p:sp>
      <p:cxnSp>
        <p:nvCxnSpPr>
          <p:cNvPr id="16" name="Message 5"/>
          <p:cNvCxnSpPr/>
          <p:nvPr/>
        </p:nvCxnSpPr>
        <p:spPr>
          <a:xfrm flipH="1">
            <a:off x="433127" y="3238500"/>
            <a:ext cx="1441925" cy="0"/>
          </a:xfrm>
          <a:prstGeom prst="straightConnector1">
            <a:avLst/>
          </a:prstGeom>
          <a:ln>
            <a:solidFill>
              <a:srgbClr val="000000"/>
            </a:solidFill>
            <a:headEnd type="arrow"/>
            <a:tailEnd type="arrow"/>
          </a:ln>
        </p:spPr>
      </p:cxnSp>
      <p:sp>
        <p:nvSpPr>
          <p:cNvPr id="17" name="Message 5 label"/>
          <p:cNvSpPr/>
          <p:nvPr/>
        </p:nvSpPr>
        <p:spPr>
          <a:xfrm>
            <a:off x="674030" y="3093720"/>
            <a:ext cx="96012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both open</a:t>
            </a:r>
          </a:p>
        </p:txBody>
      </p:sp>
      <p:cxnSp>
        <p:nvCxnSpPr>
          <p:cNvPr id="18" name="Message 6"/>
          <p:cNvCxnSpPr/>
          <p:nvPr/>
        </p:nvCxnSpPr>
        <p:spPr>
          <a:xfrm>
            <a:off x="433127" y="3695700"/>
            <a:ext cx="1441925" cy="0"/>
          </a:xfrm>
          <a:prstGeom prst="straightConnector1">
            <a:avLst/>
          </a:prstGeom>
          <a:ln>
            <a:solidFill>
              <a:srgbClr val="000000"/>
            </a:solidFill>
            <a:prstDash val="dash"/>
            <a:headEnd type="triangle"/>
            <a:tailEnd type="triangle"/>
          </a:ln>
        </p:spPr>
      </p:cxnSp>
      <p:sp>
        <p:nvSpPr>
          <p:cNvPr id="19" name="Message 6 label"/>
          <p:cNvSpPr/>
          <p:nvPr/>
        </p:nvSpPr>
        <p:spPr>
          <a:xfrm>
            <a:off x="460670" y="3550920"/>
            <a:ext cx="138684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bidirectional</a:t>
            </a:r>
          </a:p>
        </p:txBody>
      </p:sp>
      <p:sp>
        <p:nvSpPr>
          <p:cNvPr id="20" name="Message 7"/>
          <p:cNvSpPr/>
          <p:nvPr/>
        </p:nvSpPr>
        <p:spPr>
          <a:xfrm>
            <a:off x="433127" y="4152900"/>
            <a:ext cx="285750" cy="228600"/>
          </a:xfrm>
          <a:custGeom>
            <a:avLst/>
            <a:gdLst/>
            <a:ahLst/>
            <a:cxnLst/>
            <a:rect l="0" t="0" r="0" b="0"/>
            <a:pathLst>
              <a:path w="285750" h="228600" fill="none">
                <a:moveTo>
                  <a:pt x="0" y="0"/>
                </a:moveTo>
                <a:lnTo>
                  <a:pt x="285750" y="0"/>
                </a:lnTo>
                <a:lnTo>
                  <a:pt x="285750" y="228600"/>
                </a:lnTo>
                <a:lnTo>
                  <a:pt x="0" y="228600"/>
                </a:lnTo>
              </a:path>
            </a:pathLst>
          </a:custGeom>
          <a:noFill/>
          <a:ln>
            <a:solidFill>
              <a:srgbClr val="000000"/>
            </a:solidFill>
            <a:tailEnd type="arrow"/>
          </a:ln>
        </p:spPr>
        <p:txBody>
          <a:bodyPr/>
          <a:lstStyle/>
          <a:p/>
        </p:txBody>
      </p:sp>
      <p:sp>
        <p:nvSpPr>
          <p:cNvPr id="21" name="Message 7 label"/>
          <p:cNvSpPr/>
          <p:nvPr/>
        </p:nvSpPr>
        <p:spPr>
          <a:xfrm>
            <a:off x="546984" y="4091559"/>
            <a:ext cx="106680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self async</a:t>
            </a:r>
          </a:p>
        </p:txBody>
      </p:sp>
      <p:sp>
        <p:nvSpPr>
          <p:cNvPr id="22" name="Message 8"/>
          <p:cNvSpPr/>
          <p:nvPr/>
        </p:nvSpPr>
        <p:spPr>
          <a:xfrm>
            <a:off x="433127" y="4610100"/>
            <a:ext cx="285750" cy="228600"/>
          </a:xfrm>
          <a:custGeom>
            <a:avLst/>
            <a:gdLst/>
            <a:ahLst/>
            <a:cxnLst/>
            <a:rect l="0" t="0" r="0" b="0"/>
            <a:pathLst>
              <a:path w="285750" h="228600" fill="none">
                <a:moveTo>
                  <a:pt x="0" y="0"/>
                </a:moveTo>
                <a:lnTo>
                  <a:pt x="285750" y="0"/>
                </a:lnTo>
                <a:lnTo>
                  <a:pt x="285750" y="228600"/>
                </a:lnTo>
                <a:lnTo>
                  <a:pt x="0" y="228600"/>
                </a:lnTo>
              </a:path>
            </a:pathLst>
          </a:custGeom>
          <a:noFill/>
          <a:ln>
            <a:solidFill>
              <a:srgbClr val="000000"/>
            </a:solidFill>
            <a:prstDash val="dash"/>
            <a:headEnd type="oval"/>
            <a:tailEnd type="diamond"/>
          </a:ln>
        </p:spPr>
        <p:txBody>
          <a:bodyPr/>
          <a:lstStyle/>
          <a:p/>
        </p:txBody>
      </p:sp>
      <p:sp>
        <p:nvSpPr>
          <p:cNvPr id="23" name="Message 8 label"/>
          <p:cNvSpPr/>
          <p:nvPr/>
        </p:nvSpPr>
        <p:spPr>
          <a:xfrm>
            <a:off x="558939" y="4548759"/>
            <a:ext cx="106680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self mixed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kozue</Application>
  <PresentationFormat>Widescreen</PresentationFormat>
  <Slides>1</Slides>
  <TitlesOfParts>
    <vt:vector size="1" baseType="lpstr">
      <vt:lpstr>Slide 1</vt:lpstr>
    </vt:vector>
  </TitlesOfPart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kozue diagram</dc:title>
  <dc:creator>kozue</dc:creator>
  <cp:lastModifiedBy>kozue</cp:lastModifiedBy>
  <dcterms:created xsi:type="dcterms:W3CDTF">2024-01-01T00:00:00Z</dcterms:created>
  <dcterms:modified xsi:type="dcterms:W3CDTF">2024-01-01T00:00:00Z</dcterms:modified>
</cp:coreProperties>
</file>