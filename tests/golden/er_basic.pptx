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Customer"/>
          <p:cNvSpPr/>
          <p:nvPr/>
        </p:nvSpPr>
        <p:spPr>
          <a:xfrm>
            <a:off x="290470" y="190500"/>
            <a:ext cx="1531680" cy="114452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Box Customer title"/>
          <p:cNvSpPr/>
          <p:nvPr/>
        </p:nvSpPr>
        <p:spPr>
          <a:xfrm>
            <a:off x="290470" y="190500"/>
            <a:ext cx="1531680" cy="335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/>
              <a:t>Customer</a:t>
            </a:r>
          </a:p>
        </p:txBody>
      </p:sp>
      <p:sp>
        <p:nvSpPr>
          <p:cNvPr id="4" name="Box Customer section 0"/>
          <p:cNvSpPr/>
          <p:nvPr/>
        </p:nvSpPr>
        <p:spPr>
          <a:xfrm>
            <a:off x="347620" y="525780"/>
            <a:ext cx="1417380" cy="809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sz="1100"/>
              <a:t>[PK] id: Int</a:t>
            </a:r>
          </a:p>
          <a:p>
            <a:pPr algn="l"/>
            <a:r>
              <a:rPr sz="1100"/>
              <a:t>name: String</a:t>
            </a:r>
          </a:p>
          <a:p>
            <a:pPr algn="l"/>
            <a:r>
              <a:rPr sz="1100"/>
              <a:t>[UK] email: String</a:t>
            </a:r>
          </a:p>
        </p:txBody>
      </p:sp>
      <p:cxnSp>
        <p:nvCxnSpPr>
          <p:cNvPr id="5" name="Box Customer divider"/>
          <p:cNvCxnSpPr/>
          <p:nvPr/>
        </p:nvCxnSpPr>
        <p:spPr>
          <a:xfrm>
            <a:off x="290470" y="525780"/>
            <a:ext cx="1531680" cy="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" name="Box Order"/>
          <p:cNvSpPr/>
          <p:nvPr/>
        </p:nvSpPr>
        <p:spPr>
          <a:xfrm>
            <a:off x="190500" y="2287524"/>
            <a:ext cx="1731619" cy="87477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7" name="Box Order title"/>
          <p:cNvSpPr/>
          <p:nvPr/>
        </p:nvSpPr>
        <p:spPr>
          <a:xfrm>
            <a:off x="190500" y="2287524"/>
            <a:ext cx="1731619" cy="335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/>
              <a:t>Order</a:t>
            </a:r>
          </a:p>
        </p:txBody>
      </p:sp>
      <p:sp>
        <p:nvSpPr>
          <p:cNvPr id="8" name="Box Order section 0"/>
          <p:cNvSpPr/>
          <p:nvPr/>
        </p:nvSpPr>
        <p:spPr>
          <a:xfrm>
            <a:off x="247650" y="2622804"/>
            <a:ext cx="1617319" cy="5394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sz="1100"/>
              <a:t>[PK] id: Int</a:t>
            </a:r>
          </a:p>
          <a:p>
            <a:pPr algn="l"/>
            <a:r>
              <a:rPr sz="1100"/>
              <a:t>[FK] customer_id: Int</a:t>
            </a:r>
          </a:p>
        </p:txBody>
      </p:sp>
      <p:cxnSp>
        <p:nvCxnSpPr>
          <p:cNvPr id="9" name="Box Order divider"/>
          <p:cNvCxnSpPr/>
          <p:nvPr/>
        </p:nvCxnSpPr>
        <p:spPr>
          <a:xfrm>
            <a:off x="190500" y="2622804"/>
            <a:ext cx="1731619" cy="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0" name="Relation 0"/>
          <p:cNvCxnSpPr/>
          <p:nvPr/>
        </p:nvCxnSpPr>
        <p:spPr>
          <a:xfrm>
            <a:off x="1056309" y="1335024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headEnd type="oval"/>
            <a:tailEnd type="arrow"/>
          </a:ln>
        </p:spPr>
      </p:cxnSp>
      <p:sp>
        <p:nvSpPr>
          <p:cNvPr id="11" name="Relation 0 label"/>
          <p:cNvSpPr/>
          <p:nvPr/>
        </p:nvSpPr>
        <p:spPr>
          <a:xfrm>
            <a:off x="736269" y="2180844"/>
            <a:ext cx="6400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