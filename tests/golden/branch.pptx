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de 0"/>
          <p:cNvSpPr/>
          <p:nvPr/>
        </p:nvSpPr>
        <p:spPr>
          <a:xfrm>
            <a:off x="762000" y="19050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開始</a:t>
            </a:r>
          </a:p>
        </p:txBody>
      </p:sp>
      <p:sp>
        <p:nvSpPr>
          <p:cNvPr id="3" name="Node 1"/>
          <p:cNvSpPr/>
          <p:nvPr/>
        </p:nvSpPr>
        <p:spPr>
          <a:xfrm>
            <a:off x="190500" y="151638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はい</a:t>
            </a:r>
          </a:p>
        </p:txBody>
      </p:sp>
      <p:sp>
        <p:nvSpPr>
          <p:cNvPr id="4" name="Node 2"/>
          <p:cNvSpPr/>
          <p:nvPr/>
        </p:nvSpPr>
        <p:spPr>
          <a:xfrm>
            <a:off x="1257300" y="1516380"/>
            <a:ext cx="8382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いいえ</a:t>
            </a:r>
          </a:p>
        </p:txBody>
      </p:sp>
      <p:sp>
        <p:nvSpPr>
          <p:cNvPr id="5" name="Node 3"/>
          <p:cNvSpPr/>
          <p:nvPr/>
        </p:nvSpPr>
        <p:spPr>
          <a:xfrm>
            <a:off x="762000" y="2842260"/>
            <a:ext cx="685800" cy="373380"/>
          </a:xfrm>
          <a:prstGeom prst="round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/>
            <a:r>
              <a:t>終了</a:t>
            </a:r>
          </a:p>
        </p:txBody>
      </p:sp>
      <p:cxnSp>
        <p:nvCxnSpPr>
          <p:cNvPr id="6" name="Edge 0"/>
          <p:cNvCxnSpPr/>
          <p:nvPr/>
        </p:nvCxnSpPr>
        <p:spPr>
          <a:xfrm flipH="1">
            <a:off x="613870" y="563880"/>
            <a:ext cx="41056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7" name="Edge 0 label"/>
          <p:cNvSpPr/>
          <p:nvPr/>
        </p:nvSpPr>
        <p:spPr>
          <a:xfrm>
            <a:off x="712470" y="895350"/>
            <a:ext cx="2133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OK</a:t>
            </a:r>
          </a:p>
        </p:txBody>
      </p:sp>
      <p:cxnSp>
        <p:nvCxnSpPr>
          <p:cNvPr id="8" name="Edge 1"/>
          <p:cNvCxnSpPr/>
          <p:nvPr/>
        </p:nvCxnSpPr>
        <p:spPr>
          <a:xfrm>
            <a:off x="1185370" y="563880"/>
            <a:ext cx="41056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sp>
        <p:nvSpPr>
          <p:cNvPr id="9" name="Edge 1 label"/>
          <p:cNvSpPr/>
          <p:nvPr/>
        </p:nvSpPr>
        <p:spPr>
          <a:xfrm>
            <a:off x="1283970" y="895350"/>
            <a:ext cx="213360" cy="21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sz="1200"/>
              <a:t>NG</a:t>
            </a:r>
          </a:p>
        </p:txBody>
      </p:sp>
      <p:cxnSp>
        <p:nvCxnSpPr>
          <p:cNvPr id="10" name="Edge 2"/>
          <p:cNvCxnSpPr/>
          <p:nvPr/>
        </p:nvCxnSpPr>
        <p:spPr>
          <a:xfrm>
            <a:off x="613870" y="1889760"/>
            <a:ext cx="41056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  <p:cxnSp>
        <p:nvCxnSpPr>
          <p:cNvPr id="11" name="Edge 3"/>
          <p:cNvCxnSpPr/>
          <p:nvPr/>
        </p:nvCxnSpPr>
        <p:spPr>
          <a:xfrm flipH="1">
            <a:off x="1185370" y="1889760"/>
            <a:ext cx="410560" cy="9525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kozue</Application>
  <PresentationFormat>Widescreen</PresentationFormat>
  <Slides>1</Slides>
  <TitlesOfParts>
    <vt:vector size="1" baseType="lpstr">
      <vt:lpstr>Slide 1</vt:lpstr>
    </vt:vector>
  </TitlesOfPart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kozue diagram</dc:title>
  <dc:creator>kozue</dc:creator>
  <cp:lastModifiedBy>kozue</cp:lastModifiedBy>
  <dcterms:created xsi:type="dcterms:W3CDTF">2024-01-01T00:00:00Z</dcterms:created>
  <dcterms:modified xsi:type="dcterms:W3CDTF">2024-01-01T00:00:00Z</dcterms:modified>
</cp:coreProperties>
</file>