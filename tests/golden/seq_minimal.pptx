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 type="screen16x9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>
        <a:defRPr sz="4400"/>
      </a:lvl1pPr>
    </p:titleStyle>
    <p:bodyStyle>
      <a:lvl1pPr>
        <a:defRPr sz="3200"/>
      </a:lvl1pPr>
    </p:bodyStyle>
    <p:otherStyle>
      <a:lvl1pPr>
        <a:defRPr sz="18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Participant x"/>
          <p:cNvSpPr/>
          <p:nvPr/>
        </p:nvSpPr>
        <p:spPr>
          <a:xfrm>
            <a:off x="190500" y="190500"/>
            <a:ext cx="485403" cy="373380"/>
          </a:xfrm>
          <a:prstGeom prst="round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anchor="ctr"/>
          <a:lstStyle/>
          <a:p>
            <a:pPr algn="ctr"/>
            <a:r>
              <a:t>X</a:t>
            </a:r>
          </a:p>
        </p:txBody>
      </p:sp>
      <p:cxnSp>
        <p:nvCxnSpPr>
          <p:cNvPr id="3" name="Lifeline x"/>
          <p:cNvCxnSpPr/>
          <p:nvPr/>
        </p:nvCxnSpPr>
        <p:spPr>
          <a:xfrm>
            <a:off x="433201" y="563880"/>
            <a:ext cx="0" cy="1074420"/>
          </a:xfrm>
          <a:prstGeom prst="straightConnector1">
            <a:avLst/>
          </a:prstGeom>
          <a:ln>
            <a:solidFill>
              <a:srgbClr val="000000"/>
            </a:solidFill>
            <a:prstDash val="dash"/>
          </a:ln>
        </p:spPr>
      </p:cxnSp>
      <p:sp>
        <p:nvSpPr>
          <p:cNvPr id="4" name="Participant y"/>
          <p:cNvSpPr/>
          <p:nvPr/>
        </p:nvSpPr>
        <p:spPr>
          <a:xfrm>
            <a:off x="1437903" y="190500"/>
            <a:ext cx="474092" cy="373380"/>
          </a:xfrm>
          <a:prstGeom prst="round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anchor="ctr"/>
          <a:lstStyle/>
          <a:p>
            <a:pPr algn="ctr"/>
            <a:r>
              <a:t>Y</a:t>
            </a:r>
          </a:p>
        </p:txBody>
      </p:sp>
      <p:cxnSp>
        <p:nvCxnSpPr>
          <p:cNvPr id="5" name="Lifeline y"/>
          <p:cNvCxnSpPr/>
          <p:nvPr/>
        </p:nvCxnSpPr>
        <p:spPr>
          <a:xfrm>
            <a:off x="1674949" y="563880"/>
            <a:ext cx="0" cy="1074420"/>
          </a:xfrm>
          <a:prstGeom prst="straightConnector1">
            <a:avLst/>
          </a:prstGeom>
          <a:ln>
            <a:solidFill>
              <a:srgbClr val="000000"/>
            </a:solidFill>
            <a:prstDash val="dash"/>
          </a:ln>
        </p:spPr>
      </p:cxnSp>
      <p:cxnSp>
        <p:nvCxnSpPr>
          <p:cNvPr id="6" name="Message 0"/>
          <p:cNvCxnSpPr/>
          <p:nvPr/>
        </p:nvCxnSpPr>
        <p:spPr>
          <a:xfrm>
            <a:off x="433201" y="952500"/>
            <a:ext cx="1241747" cy="0"/>
          </a:xfrm>
          <a:prstGeom prst="straightConnector1">
            <a:avLst/>
          </a:prstGeom>
          <a:ln>
            <a:solidFill>
              <a:srgbClr val="000000"/>
            </a:solidFill>
            <a:tailEnd type="triangle"/>
          </a:ln>
        </p:spPr>
      </p:cxnSp>
      <p:sp>
        <p:nvSpPr>
          <p:cNvPr id="7" name="Message 0 label"/>
          <p:cNvSpPr/>
          <p:nvPr/>
        </p:nvSpPr>
        <p:spPr>
          <a:xfrm>
            <a:off x="947395" y="807720"/>
            <a:ext cx="213360" cy="213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sz="1200"/>
              <a:t>go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kozue</Application>
  <PresentationFormat>Widescreen</PresentationFormat>
  <Slides>1</Slides>
  <TitlesOfParts>
    <vt:vector size="1" baseType="lpstr">
      <vt:lpstr>Slide 1</vt:lpstr>
    </vt:vector>
  </TitlesOfParts>
  <Company/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kozue diagram</dc:title>
  <dc:creator>kozue</dc:creator>
  <cp:lastModifiedBy>kozue</cp:lastModifiedBy>
  <dcterms:created xsi:type="dcterms:W3CDTF">2024-01-01T00:00:00Z</dcterms:created>
  <dcterms:modified xsi:type="dcterms:W3CDTF">2024-01-01T00:00:00Z</dcterms:modified>
</cp:coreProperties>
</file>