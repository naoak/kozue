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de 0"/>
          <p:cNvSpPr/>
          <p:nvPr/>
        </p:nvSpPr>
        <p:spPr>
          <a:xfrm>
            <a:off x="552450" y="19050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受付</a:t>
            </a:r>
          </a:p>
        </p:txBody>
      </p:sp>
      <p:sp>
        <p:nvSpPr>
          <p:cNvPr id="3" name="Node 1"/>
          <p:cNvSpPr/>
          <p:nvPr/>
        </p:nvSpPr>
        <p:spPr>
          <a:xfrm>
            <a:off x="190500" y="151638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審査</a:t>
            </a:r>
          </a:p>
        </p:txBody>
      </p:sp>
      <p:sp>
        <p:nvSpPr>
          <p:cNvPr id="4" name="Node 2"/>
          <p:cNvSpPr/>
          <p:nvPr/>
        </p:nvSpPr>
        <p:spPr>
          <a:xfrm>
            <a:off x="190500" y="284226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承認</a:t>
            </a:r>
          </a:p>
        </p:txBody>
      </p:sp>
      <p:sp>
        <p:nvSpPr>
          <p:cNvPr id="5" name="Node 3"/>
          <p:cNvSpPr/>
          <p:nvPr/>
        </p:nvSpPr>
        <p:spPr>
          <a:xfrm>
            <a:off x="552450" y="416814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完了</a:t>
            </a:r>
          </a:p>
        </p:txBody>
      </p:sp>
      <p:cxnSp>
        <p:nvCxnSpPr>
          <p:cNvPr id="6" name="Edge 0"/>
          <p:cNvCxnSpPr/>
          <p:nvPr/>
        </p:nvCxnSpPr>
        <p:spPr>
          <a:xfrm flipH="1">
            <a:off x="584364" y="563880"/>
            <a:ext cx="260022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7" name="Edge 1"/>
          <p:cNvCxnSpPr/>
          <p:nvPr/>
        </p:nvCxnSpPr>
        <p:spPr>
          <a:xfrm>
            <a:off x="533400" y="1889760"/>
            <a:ext cx="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8" name="Edge 2"/>
          <p:cNvCxnSpPr/>
          <p:nvPr/>
        </p:nvCxnSpPr>
        <p:spPr>
          <a:xfrm>
            <a:off x="584364" y="3215640"/>
            <a:ext cx="260022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9" name="Edge 3"/>
          <p:cNvSpPr/>
          <p:nvPr/>
        </p:nvSpPr>
        <p:spPr>
          <a:xfrm>
            <a:off x="946314" y="563880"/>
            <a:ext cx="310986" cy="3604260"/>
          </a:xfrm>
          <a:custGeom>
            <a:avLst/>
            <a:gdLst/>
            <a:ahLst/>
            <a:cxnLst/>
            <a:rect l="0" t="0" r="0" b="0"/>
            <a:pathLst>
              <a:path w="310986" h="3604260" fill="none">
                <a:moveTo>
                  <a:pt x="0" y="0"/>
                </a:moveTo>
                <a:lnTo>
                  <a:pt x="310986" y="1139190"/>
                </a:lnTo>
                <a:lnTo>
                  <a:pt x="310986" y="2465070"/>
                </a:lnTo>
                <a:lnTo>
                  <a:pt x="0" y="3604260"/>
                </a:lnTo>
              </a:path>
            </a:pathLst>
          </a:custGeom>
          <a:noFill/>
          <a:ln>
            <a:solidFill>
              <a:srgbClr val="000000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0" name="Edge 3 label"/>
          <p:cNvSpPr/>
          <p:nvPr/>
        </p:nvSpPr>
        <p:spPr>
          <a:xfrm>
            <a:off x="1043940" y="2221230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即時完了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