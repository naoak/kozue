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ainer 0"/>
          <p:cNvSpPr/>
          <p:nvPr/>
        </p:nvSpPr>
        <p:spPr>
          <a:xfrm>
            <a:off x="349300" y="1021080"/>
            <a:ext cx="790352" cy="234696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txBody>
          <a:bodyPr anchor="t" lIns="0" tIns="0"/>
          <a:lstStyle/>
          <a:p>
            <a:pPr algn="l"/>
            <a:r>
              <a:t>Left Side</a:t>
            </a:r>
          </a:p>
        </p:txBody>
      </p:sp>
      <p:sp>
        <p:nvSpPr>
          <p:cNvPr id="3" name="Container 1"/>
          <p:cNvSpPr/>
          <p:nvPr/>
        </p:nvSpPr>
        <p:spPr>
          <a:xfrm>
            <a:off x="190500" y="4015740"/>
            <a:ext cx="1107951" cy="215646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txBody>
          <a:bodyPr anchor="t" lIns="0" tIns="0"/>
          <a:lstStyle/>
          <a:p>
            <a:pPr algn="l"/>
          </a:p>
        </p:txBody>
      </p:sp>
      <p:sp>
        <p:nvSpPr>
          <p:cNvPr id="4" name="Container 2"/>
          <p:cNvSpPr/>
          <p:nvPr/>
        </p:nvSpPr>
        <p:spPr>
          <a:xfrm>
            <a:off x="342900" y="4998720"/>
            <a:ext cx="803151" cy="102108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txBody>
          <a:bodyPr anchor="t" lIns="0" tIns="0"/>
          <a:lstStyle/>
          <a:p>
            <a:pPr algn="l"/>
            <a:r>
              <a:t>Inner</a:t>
            </a:r>
          </a:p>
        </p:txBody>
      </p:sp>
      <p:sp>
        <p:nvSpPr>
          <p:cNvPr id="5" name="Node 0"/>
          <p:cNvSpPr/>
          <p:nvPr/>
        </p:nvSpPr>
        <p:spPr>
          <a:xfrm>
            <a:off x="351234" y="190500"/>
            <a:ext cx="78648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Entry</a:t>
            </a:r>
          </a:p>
        </p:txBody>
      </p:sp>
      <p:sp>
        <p:nvSpPr>
          <p:cNvPr id="6" name="Node 1"/>
          <p:cNvSpPr/>
          <p:nvPr/>
        </p:nvSpPr>
        <p:spPr>
          <a:xfrm>
            <a:off x="501848" y="1516380"/>
            <a:ext cx="485254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</a:t>
            </a:r>
          </a:p>
        </p:txBody>
      </p:sp>
      <p:sp>
        <p:nvSpPr>
          <p:cNvPr id="7" name="Node 2"/>
          <p:cNvSpPr/>
          <p:nvPr/>
        </p:nvSpPr>
        <p:spPr>
          <a:xfrm>
            <a:off x="501700" y="2842260"/>
            <a:ext cx="48555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</a:t>
            </a:r>
          </a:p>
        </p:txBody>
      </p:sp>
      <p:sp>
        <p:nvSpPr>
          <p:cNvPr id="8" name="Node 3"/>
          <p:cNvSpPr/>
          <p:nvPr/>
        </p:nvSpPr>
        <p:spPr>
          <a:xfrm>
            <a:off x="500769" y="4168140"/>
            <a:ext cx="48741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C</a:t>
            </a:r>
          </a:p>
        </p:txBody>
      </p:sp>
      <p:sp>
        <p:nvSpPr>
          <p:cNvPr id="9" name="Node 4"/>
          <p:cNvSpPr/>
          <p:nvPr/>
        </p:nvSpPr>
        <p:spPr>
          <a:xfrm>
            <a:off x="495300" y="5494020"/>
            <a:ext cx="49835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</a:t>
            </a:r>
          </a:p>
        </p:txBody>
      </p:sp>
      <p:cxnSp>
        <p:nvCxnSpPr>
          <p:cNvPr id="10" name="Edge 0"/>
          <p:cNvCxnSpPr/>
          <p:nvPr/>
        </p:nvCxnSpPr>
        <p:spPr>
          <a:xfrm>
            <a:off x="744475" y="56388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11" name="Edge 1"/>
          <p:cNvCxnSpPr/>
          <p:nvPr/>
        </p:nvCxnSpPr>
        <p:spPr>
          <a:xfrm>
            <a:off x="744475" y="188976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12" name="Edge 2"/>
          <p:cNvCxnSpPr/>
          <p:nvPr/>
        </p:nvCxnSpPr>
        <p:spPr>
          <a:xfrm>
            <a:off x="744475" y="321564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13" name="Edge 3"/>
          <p:cNvCxnSpPr/>
          <p:nvPr/>
        </p:nvCxnSpPr>
        <p:spPr>
          <a:xfrm>
            <a:off x="744475" y="454152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