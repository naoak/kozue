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a"/>
          <p:cNvSpPr/>
          <p:nvPr/>
        </p:nvSpPr>
        <p:spPr>
          <a:xfrm>
            <a:off x="190500" y="190500"/>
            <a:ext cx="747489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Alice</a:t>
            </a:r>
          </a:p>
        </p:txBody>
      </p:sp>
      <p:cxnSp>
        <p:nvCxnSpPr>
          <p:cNvPr id="3" name="Lifeline a"/>
          <p:cNvCxnSpPr/>
          <p:nvPr/>
        </p:nvCxnSpPr>
        <p:spPr>
          <a:xfrm>
            <a:off x="564245" y="563880"/>
            <a:ext cx="0" cy="24460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b"/>
          <p:cNvSpPr/>
          <p:nvPr/>
        </p:nvSpPr>
        <p:spPr>
          <a:xfrm>
            <a:off x="1699989" y="190500"/>
            <a:ext cx="67553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Bob</a:t>
            </a:r>
          </a:p>
        </p:txBody>
      </p:sp>
      <p:cxnSp>
        <p:nvCxnSpPr>
          <p:cNvPr id="5" name="Lifeline b"/>
          <p:cNvCxnSpPr/>
          <p:nvPr/>
        </p:nvCxnSpPr>
        <p:spPr>
          <a:xfrm>
            <a:off x="2037755" y="563880"/>
            <a:ext cx="0" cy="24460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6" name="Message 0"/>
          <p:cNvCxnSpPr/>
          <p:nvPr/>
        </p:nvCxnSpPr>
        <p:spPr>
          <a:xfrm>
            <a:off x="564245" y="952500"/>
            <a:ext cx="147351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7" name="Message 0 label"/>
          <p:cNvSpPr/>
          <p:nvPr/>
        </p:nvSpPr>
        <p:spPr>
          <a:xfrm>
            <a:off x="1034300" y="8077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hello</a:t>
            </a:r>
          </a:p>
        </p:txBody>
      </p:sp>
      <p:cxnSp>
        <p:nvCxnSpPr>
          <p:cNvPr id="8" name="Message 1"/>
          <p:cNvCxnSpPr/>
          <p:nvPr/>
        </p:nvCxnSpPr>
        <p:spPr>
          <a:xfrm flipH="1">
            <a:off x="564245" y="1409700"/>
            <a:ext cx="1473510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9" name="Message 1 label"/>
          <p:cNvSpPr/>
          <p:nvPr/>
        </p:nvSpPr>
        <p:spPr>
          <a:xfrm>
            <a:off x="1034300" y="12649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reply</a:t>
            </a:r>
          </a:p>
        </p:txBody>
      </p:sp>
      <p:sp>
        <p:nvSpPr>
          <p:cNvPr id="10" name="Message 2"/>
          <p:cNvSpPr/>
          <p:nvPr/>
        </p:nvSpPr>
        <p:spPr>
          <a:xfrm>
            <a:off x="564245" y="18669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" name="Message 2 label"/>
          <p:cNvSpPr/>
          <p:nvPr/>
        </p:nvSpPr>
        <p:spPr>
          <a:xfrm>
            <a:off x="784395" y="1805559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think</a:t>
            </a:r>
          </a:p>
        </p:txBody>
      </p:sp>
      <p:sp>
        <p:nvSpPr>
          <p:cNvPr id="12" name="Message 3"/>
          <p:cNvSpPr/>
          <p:nvPr/>
        </p:nvSpPr>
        <p:spPr>
          <a:xfrm>
            <a:off x="2037755" y="23241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13" name="Message 3 label"/>
          <p:cNvSpPr/>
          <p:nvPr/>
        </p:nvSpPr>
        <p:spPr>
          <a:xfrm>
            <a:off x="2300321" y="2262759"/>
            <a:ext cx="32004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