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190500" y="453216"/>
            <a:ext cx="753294" cy="3733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Start</a:t>
            </a:r>
          </a:p>
        </p:txBody>
      </p:sp>
      <p:sp>
        <p:nvSpPr>
          <p:cNvPr id="3" name="Node 1"/>
          <p:cNvSpPr/>
          <p:nvPr/>
        </p:nvSpPr>
        <p:spPr>
          <a:xfrm>
            <a:off x="2372544" y="453216"/>
            <a:ext cx="96515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Process</a:t>
            </a:r>
          </a:p>
        </p:txBody>
      </p:sp>
      <p:sp>
        <p:nvSpPr>
          <p:cNvPr id="4" name="Node 2"/>
          <p:cNvSpPr/>
          <p:nvPr/>
        </p:nvSpPr>
        <p:spPr>
          <a:xfrm>
            <a:off x="4766444" y="190500"/>
            <a:ext cx="898811" cy="898811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Event</a:t>
            </a:r>
          </a:p>
        </p:txBody>
      </p:sp>
      <p:sp>
        <p:nvSpPr>
          <p:cNvPr id="5" name="Node 3"/>
          <p:cNvSpPr/>
          <p:nvPr/>
        </p:nvSpPr>
        <p:spPr>
          <a:xfrm>
            <a:off x="7094005" y="266526"/>
            <a:ext cx="2059632" cy="746760"/>
          </a:xfrm>
          <a:prstGeom prst="diamond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Decision</a:t>
            </a:r>
          </a:p>
        </p:txBody>
      </p:sp>
      <p:cxnSp>
        <p:nvCxnSpPr>
          <p:cNvPr id="6" name="Edge 0"/>
          <p:cNvCxnSpPr/>
          <p:nvPr/>
        </p:nvCxnSpPr>
        <p:spPr>
          <a:xfrm>
            <a:off x="943794" y="639906"/>
            <a:ext cx="142875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7" name="Edge 1"/>
          <p:cNvCxnSpPr/>
          <p:nvPr/>
        </p:nvCxnSpPr>
        <p:spPr>
          <a:xfrm>
            <a:off x="3337694" y="639906"/>
            <a:ext cx="142875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8" name="Edge 2"/>
          <p:cNvCxnSpPr/>
          <p:nvPr/>
        </p:nvCxnSpPr>
        <p:spPr>
          <a:xfrm>
            <a:off x="5665255" y="639906"/>
            <a:ext cx="142875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