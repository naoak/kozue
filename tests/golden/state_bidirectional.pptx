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400"/>
      </a:lvl1pPr>
    </p:titleStyle>
    <p:bodyStyle>
      <a:lvl1pPr>
        <a:defRPr sz="32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tate a"/>
          <p:cNvSpPr/>
          <p:nvPr/>
        </p:nvSpPr>
        <p:spPr>
          <a:xfrm>
            <a:off x="360495" y="1295400"/>
            <a:ext cx="485254" cy="37338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A</a:t>
            </a:r>
          </a:p>
        </p:txBody>
      </p:sp>
      <p:sp>
        <p:nvSpPr>
          <p:cNvPr id="3" name="State b"/>
          <p:cNvSpPr/>
          <p:nvPr/>
        </p:nvSpPr>
        <p:spPr>
          <a:xfrm>
            <a:off x="360346" y="2621280"/>
            <a:ext cx="485552" cy="37338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B</a:t>
            </a:r>
          </a:p>
        </p:txBody>
      </p:sp>
      <p:sp>
        <p:nvSpPr>
          <p:cNvPr id="4" name="Initial"/>
          <p:cNvSpPr/>
          <p:nvPr/>
        </p:nvSpPr>
        <p:spPr>
          <a:xfrm>
            <a:off x="526922" y="190500"/>
            <a:ext cx="152400" cy="152400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/>
          <a:lstStyle/>
          <a:p/>
        </p:txBody>
      </p:sp>
      <p:sp>
        <p:nvSpPr>
          <p:cNvPr id="5" name="Final"/>
          <p:cNvSpPr/>
          <p:nvPr/>
        </p:nvSpPr>
        <p:spPr>
          <a:xfrm>
            <a:off x="488822" y="3947160"/>
            <a:ext cx="228600" cy="228600"/>
          </a:xfrm>
          <a:prstGeom prst="ellipse">
            <a:avLst/>
          </a:prstGeom>
          <a:noFill/>
          <a:ln>
            <a:solidFill>
              <a:srgbClr val="000000"/>
            </a:solidFill>
          </a:ln>
        </p:spPr>
        <p:txBody>
          <a:bodyPr/>
          <a:lstStyle/>
          <a:p/>
        </p:txBody>
      </p:sp>
      <p:sp>
        <p:nvSpPr>
          <p:cNvPr id="6" name="Final inner"/>
          <p:cNvSpPr/>
          <p:nvPr/>
        </p:nvSpPr>
        <p:spPr>
          <a:xfrm>
            <a:off x="545972" y="4004310"/>
            <a:ext cx="114300" cy="114300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/>
          <a:lstStyle/>
          <a:p/>
        </p:txBody>
      </p:sp>
      <p:cxnSp>
        <p:nvCxnSpPr>
          <p:cNvPr id="7" name="Transition 0"/>
          <p:cNvCxnSpPr/>
          <p:nvPr/>
        </p:nvCxnSpPr>
        <p:spPr>
          <a:xfrm>
            <a:off x="603122" y="342900"/>
            <a:ext cx="0" cy="95250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</p:cxnSp>
      <p:sp>
        <p:nvSpPr>
          <p:cNvPr id="8" name="Transition 1"/>
          <p:cNvSpPr/>
          <p:nvPr/>
        </p:nvSpPr>
        <p:spPr>
          <a:xfrm>
            <a:off x="621899" y="1668780"/>
            <a:ext cx="47899" cy="952500"/>
          </a:xfrm>
          <a:custGeom>
            <a:avLst/>
            <a:gdLst/>
            <a:ahLst/>
            <a:cxnLst/>
            <a:rect l="0" t="0" r="0" b="0"/>
            <a:pathLst>
              <a:path w="47899" h="952500" fill="none">
                <a:moveTo>
                  <a:pt x="0" y="0"/>
                </a:moveTo>
                <a:lnTo>
                  <a:pt x="47899" y="476250"/>
                </a:lnTo>
                <a:lnTo>
                  <a:pt x="0" y="952500"/>
                </a:lnTo>
              </a:path>
            </a:pathLst>
          </a:custGeom>
          <a:noFill/>
          <a:ln>
            <a:solidFill>
              <a:srgbClr val="000000"/>
            </a:solidFill>
            <a:tailEnd type="triangle"/>
          </a:ln>
        </p:spPr>
        <p:txBody>
          <a:bodyPr/>
          <a:lstStyle/>
          <a:p/>
        </p:txBody>
      </p:sp>
      <p:sp>
        <p:nvSpPr>
          <p:cNvPr id="9" name="Transition 1 label"/>
          <p:cNvSpPr/>
          <p:nvPr/>
        </p:nvSpPr>
        <p:spPr>
          <a:xfrm>
            <a:off x="681958" y="2038350"/>
            <a:ext cx="21336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go</a:t>
            </a:r>
          </a:p>
        </p:txBody>
      </p:sp>
      <p:sp>
        <p:nvSpPr>
          <p:cNvPr id="10" name="Transition 2"/>
          <p:cNvSpPr/>
          <p:nvPr/>
        </p:nvSpPr>
        <p:spPr>
          <a:xfrm>
            <a:off x="536447" y="1668780"/>
            <a:ext cx="47899" cy="952500"/>
          </a:xfrm>
          <a:custGeom>
            <a:avLst/>
            <a:gdLst/>
            <a:ahLst/>
            <a:cxnLst/>
            <a:rect l="0" t="0" r="0" b="0"/>
            <a:pathLst>
              <a:path w="47899" h="952500" fill="none">
                <a:moveTo>
                  <a:pt x="47899" y="952500"/>
                </a:moveTo>
                <a:lnTo>
                  <a:pt x="0" y="476250"/>
                </a:lnTo>
                <a:lnTo>
                  <a:pt x="47899" y="0"/>
                </a:lnTo>
              </a:path>
            </a:pathLst>
          </a:custGeom>
          <a:noFill/>
          <a:ln>
            <a:solidFill>
              <a:srgbClr val="000000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1" name="Transition 2 label"/>
          <p:cNvSpPr/>
          <p:nvPr/>
        </p:nvSpPr>
        <p:spPr>
          <a:xfrm>
            <a:off x="131064" y="2038350"/>
            <a:ext cx="42672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back</a:t>
            </a:r>
          </a:p>
        </p:txBody>
      </p:sp>
      <p:cxnSp>
        <p:nvCxnSpPr>
          <p:cNvPr id="12" name="Transition 3"/>
          <p:cNvCxnSpPr/>
          <p:nvPr/>
        </p:nvCxnSpPr>
        <p:spPr>
          <a:xfrm>
            <a:off x="603122" y="2994660"/>
            <a:ext cx="0" cy="95250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kozue</Application>
  <PresentationFormat>Widescreen</PresentationFormat>
  <Slides>1</Slides>
  <TitlesOfParts>
    <vt:vector size="1" baseType="lpstr">
      <vt:lpstr>Slide 1</vt:lpstr>
    </vt:vector>
  </TitlesOfPart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kozue diagram</dc:title>
  <dc:creator>kozue</dc:creator>
  <cp:lastModifiedBy>kozue</cp:lastModifiedBy>
  <dcterms:created xsi:type="dcterms:W3CDTF">2024-01-01T00:00:00Z</dcterms:created>
  <dcterms:modified xsi:type="dcterms:W3CDTF">2024-01-01T00:00:00Z</dcterms:modified>
</cp:coreProperties>
</file>