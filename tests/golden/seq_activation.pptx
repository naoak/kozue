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a"/>
          <p:cNvSpPr/>
          <p:nvPr/>
        </p:nvSpPr>
        <p:spPr>
          <a:xfrm>
            <a:off x="190500" y="190500"/>
            <a:ext cx="747489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Alice</a:t>
            </a:r>
          </a:p>
        </p:txBody>
      </p:sp>
      <p:cxnSp>
        <p:nvCxnSpPr>
          <p:cNvPr id="3" name="Lifeline a"/>
          <p:cNvCxnSpPr/>
          <p:nvPr/>
        </p:nvCxnSpPr>
        <p:spPr>
          <a:xfrm>
            <a:off x="564245" y="563880"/>
            <a:ext cx="0" cy="61036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b"/>
          <p:cNvSpPr/>
          <p:nvPr/>
        </p:nvSpPr>
        <p:spPr>
          <a:xfrm>
            <a:off x="1699989" y="190500"/>
            <a:ext cx="675531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Bob</a:t>
            </a:r>
          </a:p>
        </p:txBody>
      </p:sp>
      <p:cxnSp>
        <p:nvCxnSpPr>
          <p:cNvPr id="5" name="Lifeline b"/>
          <p:cNvCxnSpPr/>
          <p:nvPr/>
        </p:nvCxnSpPr>
        <p:spPr>
          <a:xfrm>
            <a:off x="2037755" y="563880"/>
            <a:ext cx="0" cy="61036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cxnSp>
        <p:nvCxnSpPr>
          <p:cNvPr id="6" name="Message 0"/>
          <p:cNvCxnSpPr/>
          <p:nvPr/>
        </p:nvCxnSpPr>
        <p:spPr>
          <a:xfrm>
            <a:off x="564245" y="952500"/>
            <a:ext cx="147351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7" name="Message 0 label"/>
          <p:cNvSpPr/>
          <p:nvPr/>
        </p:nvSpPr>
        <p:spPr>
          <a:xfrm>
            <a:off x="927620" y="807720"/>
            <a:ext cx="7467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request</a:t>
            </a:r>
          </a:p>
        </p:txBody>
      </p:sp>
      <p:cxnSp>
        <p:nvCxnSpPr>
          <p:cNvPr id="8" name="Message 2"/>
          <p:cNvCxnSpPr/>
          <p:nvPr/>
        </p:nvCxnSpPr>
        <p:spPr>
          <a:xfrm flipH="1">
            <a:off x="564245" y="1866900"/>
            <a:ext cx="1425885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9" name="Message 2 label"/>
          <p:cNvSpPr/>
          <p:nvPr/>
        </p:nvSpPr>
        <p:spPr>
          <a:xfrm>
            <a:off x="850467" y="1722120"/>
            <a:ext cx="85344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response</a:t>
            </a:r>
          </a:p>
        </p:txBody>
      </p:sp>
      <p:cxnSp>
        <p:nvCxnSpPr>
          <p:cNvPr id="10" name="Message 4"/>
          <p:cNvCxnSpPr/>
          <p:nvPr/>
        </p:nvCxnSpPr>
        <p:spPr>
          <a:xfrm>
            <a:off x="564245" y="2781300"/>
            <a:ext cx="147351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11" name="Message 4 label"/>
          <p:cNvSpPr/>
          <p:nvPr/>
        </p:nvSpPr>
        <p:spPr>
          <a:xfrm>
            <a:off x="1087640" y="2636520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call</a:t>
            </a:r>
          </a:p>
        </p:txBody>
      </p:sp>
      <p:sp>
        <p:nvSpPr>
          <p:cNvPr id="12" name="Message 6"/>
          <p:cNvSpPr/>
          <p:nvPr/>
        </p:nvSpPr>
        <p:spPr>
          <a:xfrm>
            <a:off x="2085380" y="36957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" name="Message 6 label"/>
          <p:cNvSpPr/>
          <p:nvPr/>
        </p:nvSpPr>
        <p:spPr>
          <a:xfrm>
            <a:off x="2286169" y="3634359"/>
            <a:ext cx="7467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process</a:t>
            </a:r>
          </a:p>
        </p:txBody>
      </p:sp>
      <p:sp>
        <p:nvSpPr>
          <p:cNvPr id="14" name="Message 8"/>
          <p:cNvSpPr/>
          <p:nvPr/>
        </p:nvSpPr>
        <p:spPr>
          <a:xfrm>
            <a:off x="2113955" y="46101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15" name="Message 8 label"/>
          <p:cNvSpPr/>
          <p:nvPr/>
        </p:nvSpPr>
        <p:spPr>
          <a:xfrm>
            <a:off x="2386085" y="4548759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done</a:t>
            </a:r>
          </a:p>
        </p:txBody>
      </p:sp>
      <p:cxnSp>
        <p:nvCxnSpPr>
          <p:cNvPr id="16" name="Message 10"/>
          <p:cNvCxnSpPr/>
          <p:nvPr/>
        </p:nvCxnSpPr>
        <p:spPr>
          <a:xfrm flipH="1">
            <a:off x="564245" y="5524500"/>
            <a:ext cx="1425885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17" name="Message 10 label"/>
          <p:cNvSpPr/>
          <p:nvPr/>
        </p:nvSpPr>
        <p:spPr>
          <a:xfrm>
            <a:off x="1010487" y="53797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reply</a:t>
            </a:r>
          </a:p>
        </p:txBody>
      </p:sp>
      <p:sp>
        <p:nvSpPr>
          <p:cNvPr id="18" name="Activation bar 0"/>
          <p:cNvSpPr/>
          <p:nvPr/>
        </p:nvSpPr>
        <p:spPr>
          <a:xfrm>
            <a:off x="1990130" y="1409700"/>
            <a:ext cx="9525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</a:p>
        </p:txBody>
      </p:sp>
      <p:sp>
        <p:nvSpPr>
          <p:cNvPr id="19" name="Activation bar 1"/>
          <p:cNvSpPr/>
          <p:nvPr/>
        </p:nvSpPr>
        <p:spPr>
          <a:xfrm>
            <a:off x="1990130" y="3238500"/>
            <a:ext cx="9525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</a:p>
        </p:txBody>
      </p:sp>
      <p:sp>
        <p:nvSpPr>
          <p:cNvPr id="20" name="Activation bar 2"/>
          <p:cNvSpPr/>
          <p:nvPr/>
        </p:nvSpPr>
        <p:spPr>
          <a:xfrm>
            <a:off x="2018705" y="4152900"/>
            <a:ext cx="9525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