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de 0"/>
          <p:cNvSpPr/>
          <p:nvPr/>
        </p:nvSpPr>
        <p:spPr>
          <a:xfrm>
            <a:off x="789933" y="190500"/>
            <a:ext cx="485254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A</a:t>
            </a:r>
          </a:p>
        </p:txBody>
      </p:sp>
      <p:sp>
        <p:nvSpPr>
          <p:cNvPr id="3" name="Node 1"/>
          <p:cNvSpPr/>
          <p:nvPr/>
        </p:nvSpPr>
        <p:spPr>
          <a:xfrm>
            <a:off x="477896" y="1516380"/>
            <a:ext cx="485552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B</a:t>
            </a:r>
          </a:p>
        </p:txBody>
      </p:sp>
      <p:sp>
        <p:nvSpPr>
          <p:cNvPr id="4" name="Node 2"/>
          <p:cNvSpPr/>
          <p:nvPr/>
        </p:nvSpPr>
        <p:spPr>
          <a:xfrm>
            <a:off x="1069851" y="2842260"/>
            <a:ext cx="487412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C</a:t>
            </a:r>
          </a:p>
        </p:txBody>
      </p:sp>
      <p:sp>
        <p:nvSpPr>
          <p:cNvPr id="5" name="Node 3"/>
          <p:cNvSpPr/>
          <p:nvPr/>
        </p:nvSpPr>
        <p:spPr>
          <a:xfrm>
            <a:off x="190500" y="2842260"/>
            <a:ext cx="498351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D</a:t>
            </a:r>
          </a:p>
        </p:txBody>
      </p:sp>
      <p:cxnSp>
        <p:nvCxnSpPr>
          <p:cNvPr id="6" name="Edge 0"/>
          <p:cNvCxnSpPr/>
          <p:nvPr/>
        </p:nvCxnSpPr>
        <p:spPr>
          <a:xfrm flipH="1">
            <a:off x="764588" y="563880"/>
            <a:ext cx="224057" cy="95250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</p:cxnSp>
      <p:cxnSp>
        <p:nvCxnSpPr>
          <p:cNvPr id="7" name="Edge 1"/>
          <p:cNvCxnSpPr/>
          <p:nvPr/>
        </p:nvCxnSpPr>
        <p:spPr>
          <a:xfrm>
            <a:off x="804153" y="1889760"/>
            <a:ext cx="425923" cy="952500"/>
          </a:xfrm>
          <a:prstGeom prst="straightConnector1">
            <a:avLst/>
          </a:prstGeom>
          <a:ln w="38100">
            <a:solidFill>
              <a:srgbClr val="000000"/>
            </a:solidFill>
            <a:prstDash val="sysDot"/>
            <a:tailEnd type="triangle"/>
          </a:ln>
        </p:spPr>
      </p:cxnSp>
      <p:sp>
        <p:nvSpPr>
          <p:cNvPr id="8" name="Edge 2"/>
          <p:cNvSpPr/>
          <p:nvPr/>
        </p:nvSpPr>
        <p:spPr>
          <a:xfrm>
            <a:off x="1076475" y="563880"/>
            <a:ext cx="267973" cy="2278380"/>
          </a:xfrm>
          <a:custGeom>
            <a:avLst/>
            <a:gdLst/>
            <a:ahLst/>
            <a:cxnLst/>
            <a:rect l="0" t="0" r="0" b="0"/>
            <a:pathLst>
              <a:path w="267973" h="2278380" fill="none">
                <a:moveTo>
                  <a:pt x="0" y="0"/>
                </a:moveTo>
                <a:lnTo>
                  <a:pt x="267973" y="1139190"/>
                </a:lnTo>
                <a:lnTo>
                  <a:pt x="241431" y="2278380"/>
                </a:lnTo>
              </a:path>
            </a:pathLst>
          </a:custGeom>
          <a:noFill/>
          <a:ln>
            <a:solidFill>
              <a:srgbClr val="000000"/>
            </a:solidFill>
          </a:ln>
        </p:spPr>
        <p:txBody>
          <a:bodyPr/>
          <a:lstStyle/>
          <a:p/>
        </p:txBody>
      </p:sp>
      <p:cxnSp>
        <p:nvCxnSpPr>
          <p:cNvPr id="9" name="Edge 3"/>
          <p:cNvCxnSpPr/>
          <p:nvPr/>
        </p:nvCxnSpPr>
        <p:spPr>
          <a:xfrm flipH="1">
            <a:off x="479241" y="1889760"/>
            <a:ext cx="201866" cy="952500"/>
          </a:xfrm>
          <a:prstGeom prst="straightConnector1">
            <a:avLst/>
          </a:prstGeom>
          <a:ln w="38100">
            <a:solidFill>
              <a:srgbClr val="000000"/>
            </a:solidFill>
            <a:headEnd type="triangle"/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