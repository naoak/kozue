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ticipant a"/>
          <p:cNvSpPr/>
          <p:nvPr/>
        </p:nvSpPr>
        <p:spPr>
          <a:xfrm>
            <a:off x="190500" y="190500"/>
            <a:ext cx="747489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Alice</a:t>
            </a:r>
          </a:p>
        </p:txBody>
      </p:sp>
      <p:cxnSp>
        <p:nvCxnSpPr>
          <p:cNvPr id="3" name="Lifeline a"/>
          <p:cNvCxnSpPr/>
          <p:nvPr/>
        </p:nvCxnSpPr>
        <p:spPr>
          <a:xfrm>
            <a:off x="564245" y="563880"/>
            <a:ext cx="0" cy="33604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4" name="Participant b"/>
          <p:cNvSpPr/>
          <p:nvPr/>
        </p:nvSpPr>
        <p:spPr>
          <a:xfrm>
            <a:off x="2382366" y="190500"/>
            <a:ext cx="675531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Bob</a:t>
            </a:r>
          </a:p>
        </p:txBody>
      </p:sp>
      <p:cxnSp>
        <p:nvCxnSpPr>
          <p:cNvPr id="5" name="Lifeline b"/>
          <p:cNvCxnSpPr/>
          <p:nvPr/>
        </p:nvCxnSpPr>
        <p:spPr>
          <a:xfrm>
            <a:off x="2720132" y="563880"/>
            <a:ext cx="0" cy="33604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6" name="Divider 0"/>
          <p:cNvSpPr/>
          <p:nvPr/>
        </p:nvSpPr>
        <p:spPr>
          <a:xfrm>
            <a:off x="411845" y="803910"/>
            <a:ext cx="2460687" cy="2971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Phase 1</a:t>
            </a:r>
          </a:p>
        </p:txBody>
      </p:sp>
      <p:cxnSp>
        <p:nvCxnSpPr>
          <p:cNvPr id="7" name="Message 1"/>
          <p:cNvCxnSpPr/>
          <p:nvPr/>
        </p:nvCxnSpPr>
        <p:spPr>
          <a:xfrm>
            <a:off x="564245" y="1409700"/>
            <a:ext cx="2155887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8" name="Message 1 label"/>
          <p:cNvSpPr/>
          <p:nvPr/>
        </p:nvSpPr>
        <p:spPr>
          <a:xfrm>
            <a:off x="1375488" y="126492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hello</a:t>
            </a:r>
          </a:p>
        </p:txBody>
      </p:sp>
      <p:sp>
        <p:nvSpPr>
          <p:cNvPr id="9" name="Delay 2"/>
          <p:cNvSpPr/>
          <p:nvPr/>
        </p:nvSpPr>
        <p:spPr>
          <a:xfrm>
            <a:off x="411845" y="1866900"/>
            <a:ext cx="2460687" cy="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</a:p>
        </p:txBody>
      </p:sp>
      <p:cxnSp>
        <p:nvCxnSpPr>
          <p:cNvPr id="10" name="Message 3"/>
          <p:cNvCxnSpPr/>
          <p:nvPr/>
        </p:nvCxnSpPr>
        <p:spPr>
          <a:xfrm flipH="1">
            <a:off x="564245" y="2324100"/>
            <a:ext cx="2155887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sp>
        <p:nvSpPr>
          <p:cNvPr id="11" name="Message 3 label"/>
          <p:cNvSpPr/>
          <p:nvPr/>
        </p:nvSpPr>
        <p:spPr>
          <a:xfrm>
            <a:off x="1535508" y="2179320"/>
            <a:ext cx="2133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hi</a:t>
            </a:r>
          </a:p>
        </p:txBody>
      </p:sp>
      <p:sp>
        <p:nvSpPr>
          <p:cNvPr id="12" name="Delay 4"/>
          <p:cNvSpPr/>
          <p:nvPr/>
        </p:nvSpPr>
        <p:spPr>
          <a:xfrm>
            <a:off x="411845" y="2689860"/>
            <a:ext cx="2460687" cy="1828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5 min</a:t>
            </a:r>
          </a:p>
        </p:txBody>
      </p:sp>
      <p:sp>
        <p:nvSpPr>
          <p:cNvPr id="13" name="Reference 5"/>
          <p:cNvSpPr/>
          <p:nvPr/>
        </p:nvSpPr>
        <p:spPr>
          <a:xfrm>
            <a:off x="488045" y="2994660"/>
            <a:ext cx="2308287" cy="4876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ref
auth exchange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