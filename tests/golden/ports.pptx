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de 0"/>
          <p:cNvSpPr/>
          <p:nvPr/>
        </p:nvSpPr>
        <p:spPr>
          <a:xfrm>
            <a:off x="597758" y="190500"/>
            <a:ext cx="485254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A</a:t>
            </a:r>
          </a:p>
        </p:txBody>
      </p:sp>
      <p:sp>
        <p:nvSpPr>
          <p:cNvPr id="3" name="Node 1"/>
          <p:cNvSpPr/>
          <p:nvPr/>
        </p:nvSpPr>
        <p:spPr>
          <a:xfrm>
            <a:off x="190500" y="1516380"/>
            <a:ext cx="612514" cy="612514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B</a:t>
            </a:r>
          </a:p>
        </p:txBody>
      </p:sp>
      <p:sp>
        <p:nvSpPr>
          <p:cNvPr id="4" name="Node 2"/>
          <p:cNvSpPr/>
          <p:nvPr/>
        </p:nvSpPr>
        <p:spPr>
          <a:xfrm>
            <a:off x="352973" y="3081394"/>
            <a:ext cx="974824" cy="746760"/>
          </a:xfrm>
          <a:prstGeom prst="diamond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C</a:t>
            </a:r>
          </a:p>
        </p:txBody>
      </p:sp>
      <p:cxnSp>
        <p:nvCxnSpPr>
          <p:cNvPr id="5" name="Edge 0"/>
          <p:cNvCxnSpPr/>
          <p:nvPr/>
        </p:nvCxnSpPr>
        <p:spPr>
          <a:xfrm flipH="1">
            <a:off x="496757" y="377190"/>
            <a:ext cx="101001" cy="113919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sp>
        <p:nvSpPr>
          <p:cNvPr id="6" name="Edge 0 label"/>
          <p:cNvSpPr/>
          <p:nvPr/>
        </p:nvSpPr>
        <p:spPr>
          <a:xfrm>
            <a:off x="493918" y="802005"/>
            <a:ext cx="10668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x</a:t>
            </a:r>
          </a:p>
        </p:txBody>
      </p:sp>
      <p:cxnSp>
        <p:nvCxnSpPr>
          <p:cNvPr id="7" name="Edge 1"/>
          <p:cNvCxnSpPr/>
          <p:nvPr/>
        </p:nvCxnSpPr>
        <p:spPr>
          <a:xfrm>
            <a:off x="496757" y="2128894"/>
            <a:ext cx="343628" cy="9525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sp>
        <p:nvSpPr>
          <p:cNvPr id="8" name="Edge 2"/>
          <p:cNvSpPr/>
          <p:nvPr/>
        </p:nvSpPr>
        <p:spPr>
          <a:xfrm>
            <a:off x="884767" y="563880"/>
            <a:ext cx="299246" cy="2569370"/>
          </a:xfrm>
          <a:custGeom>
            <a:avLst/>
            <a:gdLst/>
            <a:ahLst/>
            <a:cxnLst/>
            <a:rect l="0" t="0" r="0" b="0"/>
            <a:pathLst>
              <a:path w="299246" h="2569370" fill="none">
                <a:moveTo>
                  <a:pt x="0" y="0"/>
                </a:moveTo>
                <a:lnTo>
                  <a:pt x="299246" y="1258757"/>
                </a:lnTo>
                <a:lnTo>
                  <a:pt x="23311" y="2569370"/>
                </a:lnTo>
              </a:path>
            </a:pathLst>
          </a:custGeom>
          <a:noFill/>
          <a:ln>
            <a:solidFill>
              <a:srgbClr val="000000"/>
            </a:solidFill>
            <a:prstDash val="dash"/>
            <a:tailEnd type="triangle"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kozue</Application>
  <PresentationFormat>Widescreen</PresentationFormat>
  <Slides>1</Slides>
  <TitlesOfParts>
    <vt:vector size="1" baseType="lpstr">
      <vt:lpstr>Slide 1</vt:lpstr>
    </vt:vector>
  </TitlesOfPart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kozue diagram</dc:title>
  <dc:creator>kozue</dc:creator>
  <cp:lastModifiedBy>kozue</cp:lastModifiedBy>
  <dcterms:created xsi:type="dcterms:W3CDTF">2024-01-01T00:00:00Z</dcterms:created>
  <dcterms:modified xsi:type="dcterms:W3CDTF">2024-01-01T00:00:00Z</dcterms:modified>
</cp:coreProperties>
</file>