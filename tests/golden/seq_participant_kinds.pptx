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ticipant svc"/>
          <p:cNvSpPr/>
          <p:nvPr/>
        </p:nvSpPr>
        <p:spPr>
          <a:xfrm>
            <a:off x="190500" y="190500"/>
            <a:ext cx="944240" cy="52959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Service</a:t>
            </a:r>
          </a:p>
        </p:txBody>
      </p:sp>
      <p:cxnSp>
        <p:nvCxnSpPr>
          <p:cNvPr id="3" name="Lifeline svc"/>
          <p:cNvCxnSpPr/>
          <p:nvPr/>
        </p:nvCxnSpPr>
        <p:spPr>
          <a:xfrm>
            <a:off x="662620" y="720090"/>
            <a:ext cx="0" cy="137541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4" name="Participant usr"/>
          <p:cNvSpPr/>
          <p:nvPr/>
        </p:nvSpPr>
        <p:spPr>
          <a:xfrm>
            <a:off x="1896740" y="190500"/>
            <a:ext cx="815485" cy="52959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«actor»</a:t>
            </a:r>
          </a:p>
          <a:p>
            <a:pPr algn="ctr"/>
            <a:r>
              <a:t>User</a:t>
            </a:r>
          </a:p>
        </p:txBody>
      </p:sp>
      <p:cxnSp>
        <p:nvCxnSpPr>
          <p:cNvPr id="5" name="Lifeline usr"/>
          <p:cNvCxnSpPr/>
          <p:nvPr/>
        </p:nvCxnSpPr>
        <p:spPr>
          <a:xfrm>
            <a:off x="2304483" y="720090"/>
            <a:ext cx="0" cy="137541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6" name="Participant api"/>
          <p:cNvSpPr/>
          <p:nvPr/>
        </p:nvSpPr>
        <p:spPr>
          <a:xfrm>
            <a:off x="3474225" y="190500"/>
            <a:ext cx="1065461" cy="52959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«boundary»</a:t>
            </a:r>
          </a:p>
          <a:p>
            <a:pPr algn="ctr"/>
            <a:r>
              <a:t>API</a:t>
            </a:r>
          </a:p>
        </p:txBody>
      </p:sp>
      <p:cxnSp>
        <p:nvCxnSpPr>
          <p:cNvPr id="7" name="Lifeline api"/>
          <p:cNvCxnSpPr/>
          <p:nvPr/>
        </p:nvCxnSpPr>
        <p:spPr>
          <a:xfrm>
            <a:off x="4006955" y="720090"/>
            <a:ext cx="0" cy="137541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cxnSp>
        <p:nvCxnSpPr>
          <p:cNvPr id="8" name="Message 0"/>
          <p:cNvCxnSpPr/>
          <p:nvPr/>
        </p:nvCxnSpPr>
        <p:spPr>
          <a:xfrm>
            <a:off x="662620" y="952500"/>
            <a:ext cx="1641863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9" name="Message 0 label"/>
          <p:cNvSpPr/>
          <p:nvPr/>
        </p:nvSpPr>
        <p:spPr>
          <a:xfrm>
            <a:off x="1056831" y="807720"/>
            <a:ext cx="85344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response</a:t>
            </a:r>
          </a:p>
        </p:txBody>
      </p:sp>
      <p:cxnSp>
        <p:nvCxnSpPr>
          <p:cNvPr id="10" name="Message 1"/>
          <p:cNvCxnSpPr/>
          <p:nvPr/>
        </p:nvCxnSpPr>
        <p:spPr>
          <a:xfrm>
            <a:off x="2304483" y="1409700"/>
            <a:ext cx="1702473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11" name="Message 1 label"/>
          <p:cNvSpPr/>
          <p:nvPr/>
        </p:nvSpPr>
        <p:spPr>
          <a:xfrm>
            <a:off x="2782339" y="1264920"/>
            <a:ext cx="7467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