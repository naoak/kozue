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te idle"/>
          <p:cNvSpPr/>
          <p:nvPr/>
        </p:nvSpPr>
        <p:spPr>
          <a:xfrm>
            <a:off x="288652" y="1295400"/>
            <a:ext cx="658788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Idle</a:t>
            </a:r>
          </a:p>
        </p:txBody>
      </p:sp>
      <p:sp>
        <p:nvSpPr>
          <p:cNvPr id="3" name="State active"/>
          <p:cNvSpPr/>
          <p:nvPr/>
        </p:nvSpPr>
        <p:spPr>
          <a:xfrm>
            <a:off x="190500" y="2621280"/>
            <a:ext cx="85509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Active</a:t>
            </a:r>
          </a:p>
        </p:txBody>
      </p:sp>
      <p:sp>
        <p:nvSpPr>
          <p:cNvPr id="4" name="State done"/>
          <p:cNvSpPr/>
          <p:nvPr/>
        </p:nvSpPr>
        <p:spPr>
          <a:xfrm>
            <a:off x="227075" y="3947160"/>
            <a:ext cx="781943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Done</a:t>
            </a:r>
          </a:p>
        </p:txBody>
      </p:sp>
      <p:sp>
        <p:nvSpPr>
          <p:cNvPr id="5" name="Initial"/>
          <p:cNvSpPr/>
          <p:nvPr/>
        </p:nvSpPr>
        <p:spPr>
          <a:xfrm>
            <a:off x="541846" y="1905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6" name="Final"/>
          <p:cNvSpPr/>
          <p:nvPr/>
        </p:nvSpPr>
        <p:spPr>
          <a:xfrm>
            <a:off x="503746" y="5273040"/>
            <a:ext cx="228600" cy="228600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7" name="Final inner"/>
          <p:cNvSpPr/>
          <p:nvPr/>
        </p:nvSpPr>
        <p:spPr>
          <a:xfrm>
            <a:off x="560896" y="5330190"/>
            <a:ext cx="114300" cy="1143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cxnSp>
        <p:nvCxnSpPr>
          <p:cNvPr id="8" name="Transition 0"/>
          <p:cNvCxnSpPr/>
          <p:nvPr/>
        </p:nvCxnSpPr>
        <p:spPr>
          <a:xfrm>
            <a:off x="618046" y="34290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9" name="Transition 1"/>
          <p:cNvCxnSpPr/>
          <p:nvPr/>
        </p:nvCxnSpPr>
        <p:spPr>
          <a:xfrm>
            <a:off x="618046" y="166878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10" name="Transition 1 label"/>
          <p:cNvSpPr/>
          <p:nvPr/>
        </p:nvSpPr>
        <p:spPr>
          <a:xfrm>
            <a:off x="351346" y="200025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start</a:t>
            </a:r>
          </a:p>
        </p:txBody>
      </p:sp>
      <p:sp>
        <p:nvSpPr>
          <p:cNvPr id="11" name="Transition 2"/>
          <p:cNvSpPr/>
          <p:nvPr/>
        </p:nvSpPr>
        <p:spPr>
          <a:xfrm>
            <a:off x="1045592" y="2569845"/>
            <a:ext cx="238125" cy="285750"/>
          </a:xfrm>
          <a:custGeom>
            <a:avLst/>
            <a:gdLst/>
            <a:ahLst/>
            <a:cxnLst/>
            <a:rect l="0" t="0" r="0" b="0"/>
            <a:pathLst>
              <a:path w="238125" h="285750" fill="none">
                <a:moveTo>
                  <a:pt x="0" y="190500"/>
                </a:moveTo>
                <a:lnTo>
                  <a:pt x="238125" y="0"/>
                </a:lnTo>
                <a:lnTo>
                  <a:pt x="238125" y="285750"/>
                </a:lnTo>
                <a:lnTo>
                  <a:pt x="0" y="28575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" name="Transition 2 label"/>
          <p:cNvSpPr/>
          <p:nvPr/>
        </p:nvSpPr>
        <p:spPr>
          <a:xfrm>
            <a:off x="951294" y="2425065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tick</a:t>
            </a:r>
          </a:p>
        </p:txBody>
      </p:sp>
      <p:cxnSp>
        <p:nvCxnSpPr>
          <p:cNvPr id="13" name="Transition 3"/>
          <p:cNvCxnSpPr/>
          <p:nvPr/>
        </p:nvCxnSpPr>
        <p:spPr>
          <a:xfrm>
            <a:off x="618046" y="299466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14" name="Transition 3 label"/>
          <p:cNvSpPr/>
          <p:nvPr/>
        </p:nvSpPr>
        <p:spPr>
          <a:xfrm>
            <a:off x="298006" y="3326130"/>
            <a:ext cx="6400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finish</a:t>
            </a:r>
          </a:p>
        </p:txBody>
      </p:sp>
      <p:cxnSp>
        <p:nvCxnSpPr>
          <p:cNvPr id="15" name="Transition 4"/>
          <p:cNvCxnSpPr/>
          <p:nvPr/>
        </p:nvCxnSpPr>
        <p:spPr>
          <a:xfrm>
            <a:off x="618046" y="432054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