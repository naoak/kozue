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ticipant web"/>
          <p:cNvSpPr/>
          <p:nvPr/>
        </p:nvSpPr>
        <p:spPr>
          <a:xfrm>
            <a:off x="190500" y="190500"/>
            <a:ext cx="1331788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Webブラウザ</a:t>
            </a:r>
          </a:p>
        </p:txBody>
      </p:sp>
      <p:cxnSp>
        <p:nvCxnSpPr>
          <p:cNvPr id="3" name="Lifeline web"/>
          <p:cNvCxnSpPr/>
          <p:nvPr/>
        </p:nvCxnSpPr>
        <p:spPr>
          <a:xfrm>
            <a:off x="856394" y="563880"/>
            <a:ext cx="0" cy="29032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4" name="Participant api"/>
          <p:cNvSpPr/>
          <p:nvPr/>
        </p:nvSpPr>
        <p:spPr>
          <a:xfrm>
            <a:off x="2416507" y="190500"/>
            <a:ext cx="107930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APIサーバ</a:t>
            </a:r>
          </a:p>
        </p:txBody>
      </p:sp>
      <p:cxnSp>
        <p:nvCxnSpPr>
          <p:cNvPr id="5" name="Lifeline api"/>
          <p:cNvCxnSpPr/>
          <p:nvPr/>
        </p:nvCxnSpPr>
        <p:spPr>
          <a:xfrm>
            <a:off x="2956158" y="563880"/>
            <a:ext cx="0" cy="29032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6" name="Participant db"/>
          <p:cNvSpPr/>
          <p:nvPr/>
        </p:nvSpPr>
        <p:spPr>
          <a:xfrm>
            <a:off x="4459605" y="190500"/>
            <a:ext cx="602903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DB</a:t>
            </a:r>
          </a:p>
        </p:txBody>
      </p:sp>
      <p:cxnSp>
        <p:nvCxnSpPr>
          <p:cNvPr id="7" name="Lifeline db"/>
          <p:cNvCxnSpPr/>
          <p:nvPr/>
        </p:nvCxnSpPr>
        <p:spPr>
          <a:xfrm>
            <a:off x="4761056" y="563880"/>
            <a:ext cx="0" cy="29032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cxnSp>
        <p:nvCxnSpPr>
          <p:cNvPr id="8" name="Message 0"/>
          <p:cNvCxnSpPr/>
          <p:nvPr/>
        </p:nvCxnSpPr>
        <p:spPr>
          <a:xfrm>
            <a:off x="856394" y="952500"/>
            <a:ext cx="2099764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9" name="Message 0 label"/>
          <p:cNvSpPr/>
          <p:nvPr/>
        </p:nvSpPr>
        <p:spPr>
          <a:xfrm>
            <a:off x="1319536" y="807720"/>
            <a:ext cx="117348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POST /login</a:t>
            </a:r>
          </a:p>
        </p:txBody>
      </p:sp>
      <p:cxnSp>
        <p:nvCxnSpPr>
          <p:cNvPr id="10" name="Message 1"/>
          <p:cNvCxnSpPr/>
          <p:nvPr/>
        </p:nvCxnSpPr>
        <p:spPr>
          <a:xfrm>
            <a:off x="2956158" y="1409700"/>
            <a:ext cx="1804898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11" name="Message 1 label"/>
          <p:cNvSpPr/>
          <p:nvPr/>
        </p:nvSpPr>
        <p:spPr>
          <a:xfrm>
            <a:off x="3271867" y="1264920"/>
            <a:ext cx="117348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SELECT user</a:t>
            </a:r>
          </a:p>
        </p:txBody>
      </p:sp>
      <p:cxnSp>
        <p:nvCxnSpPr>
          <p:cNvPr id="12" name="Message 2"/>
          <p:cNvCxnSpPr/>
          <p:nvPr/>
        </p:nvCxnSpPr>
        <p:spPr>
          <a:xfrm flipH="1">
            <a:off x="2956158" y="1866900"/>
            <a:ext cx="1804898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sp>
        <p:nvSpPr>
          <p:cNvPr id="13" name="Message 2 label"/>
          <p:cNvSpPr/>
          <p:nvPr/>
        </p:nvSpPr>
        <p:spPr>
          <a:xfrm>
            <a:off x="3698587" y="1722120"/>
            <a:ext cx="32004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row</a:t>
            </a:r>
          </a:p>
        </p:txBody>
      </p:sp>
      <p:cxnSp>
        <p:nvCxnSpPr>
          <p:cNvPr id="14" name="Message 3"/>
          <p:cNvCxnSpPr/>
          <p:nvPr/>
        </p:nvCxnSpPr>
        <p:spPr>
          <a:xfrm flipH="1">
            <a:off x="856394" y="2324100"/>
            <a:ext cx="2099764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sp>
        <p:nvSpPr>
          <p:cNvPr id="15" name="Message 3 label"/>
          <p:cNvSpPr/>
          <p:nvPr/>
        </p:nvSpPr>
        <p:spPr>
          <a:xfrm>
            <a:off x="1586236" y="2179320"/>
            <a:ext cx="64008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200 OK</a:t>
            </a:r>
          </a:p>
        </p:txBody>
      </p:sp>
      <p:sp>
        <p:nvSpPr>
          <p:cNvPr id="16" name="Message 4"/>
          <p:cNvSpPr/>
          <p:nvPr/>
        </p:nvSpPr>
        <p:spPr>
          <a:xfrm>
            <a:off x="2956158" y="2781300"/>
            <a:ext cx="285750" cy="228600"/>
          </a:xfrm>
          <a:custGeom>
            <a:avLst/>
            <a:gdLst/>
            <a:ahLst/>
            <a:cxnLst/>
            <a:rect l="0" t="0" r="0" b="0"/>
            <a:pathLst>
              <a:path w="285750" h="228600" fill="none">
                <a:moveTo>
                  <a:pt x="0" y="0"/>
                </a:moveTo>
                <a:lnTo>
                  <a:pt x="285750" y="0"/>
                </a:lnTo>
                <a:lnTo>
                  <a:pt x="285750" y="228600"/>
                </a:lnTo>
                <a:lnTo>
                  <a:pt x="0" y="228600"/>
                </a:lnTo>
              </a:path>
            </a:pathLst>
          </a:custGeom>
          <a:noFill/>
          <a:ln>
            <a:solidFill>
              <a:srgbClr val="0000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7" name="Message 4 label"/>
          <p:cNvSpPr/>
          <p:nvPr/>
        </p:nvSpPr>
        <p:spPr>
          <a:xfrm>
            <a:off x="3360018" y="2719959"/>
            <a:ext cx="7467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セッション生成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